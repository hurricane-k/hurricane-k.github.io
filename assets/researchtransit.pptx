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1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AB7EE-4AB5-BF0C-31E8-001F3DA89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8B5396-F670-C6E7-647F-90ADD8F16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B3703-DD9A-009C-0322-79751F2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56C01-7050-4882-AAFB-BD15ECAB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8E16D7-D28D-1F90-588F-2D0D5B52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178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7C7B1-037B-6E67-6E4E-50B7C1DF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EA0B17-EBD0-B03C-D8F1-2EA4BA765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E390C-CD22-31BF-7CA7-CAAC41CB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8EC62-8A62-52F2-4C71-4E9E0C7F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B2132-C3C4-4694-1A2E-94D3AFE3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232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CD306-068A-A1B6-3486-8625FC86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640DD8-D5EF-A1C6-5AE8-800A6217E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CA152-5199-9C53-EB9C-D7C222F4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43933-9959-21AC-0D1F-65E4143B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172558-72D9-FFBF-E7C1-A223468F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287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1AC74-61A0-1234-6EFF-1B4B301A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F284D-E2D6-CEB2-27AE-0AA6EC719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3EB015-30D4-4236-0348-96AE8FEB1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8FF56-02E9-B70A-99CE-381A5649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7CC33-5B5E-C848-1D2B-498AAA23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7A918B-5EBB-A510-EDB3-083CA6E4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988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22320-97DC-4D9E-FC56-DF6A3614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A7E6EB-E0BD-1B0A-6A62-B15F5331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BB5975-5C17-581F-D3BA-E7A0531DF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703BD5-62DA-C707-0C77-6F7443602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97BB24-8A33-A324-5A45-24C9C6968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C6E824-C408-F541-C746-8DBD32F0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562FA0-E770-72E9-E2FC-262516CD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252C30-AEA6-5063-9681-74CBF964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043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8435B-2955-3F2B-ABE8-9B7DE770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711D5C-D3D7-6073-917A-99E524E1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1BC552-9AFE-D240-6C0C-4BE37739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7470C2-2545-8B72-F1BE-561B6055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259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C201AD-035E-7588-D89C-C92D66AF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5287F1-7FAB-0A3B-5B87-C61A2C6E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A1505-F11C-EF44-419A-087C78FE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301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DA047-AA44-5EBC-DB4C-EF181BCF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6676F-DC0E-9342-D630-B490253A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C05B73-681B-369C-9C8D-4C44C0004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B66090-9892-6F82-CB5A-CD52ABBF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F5B295-724E-8706-49E9-87DA7BA5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7EA2EC-BA9C-E2D5-5BE5-B1D2DC83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599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AF63B-4108-4E27-BED1-DD40855F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962EA3-19B2-125B-D3A7-F15026B98E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DABE4E-8947-322C-B347-02F0EF262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DFC42-5201-0DDF-F57E-539A90DD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569EC8-61AA-D627-C7C1-79111A2C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89A5DA-DCD0-071A-3816-98B37A76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5785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22A39-8A2B-E472-2CAB-3A24F824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5FA6C4-9C4C-BCEF-5477-F2C2951B5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FA3CC-17E6-D82D-8B65-C7A12653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8F945-DE4B-FD2E-9C5C-92B20EA1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DC414-95A5-437E-375B-47FCA8E9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A40896-C629-96A5-3159-4886FCC93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B57ADC-5A39-D7EA-1C95-E65AD5F64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2A160-4806-8BA8-237D-C0D54BBA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4FE79-A21F-35A5-2AD6-82F4C707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53829-FA0E-A42E-6D0A-B3E2F650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456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9E4179-9C3C-CD45-3860-78028453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D6E110-6EB5-5B15-A48E-F704DC2D6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C2EA1-4847-4BC2-9E60-8791849D2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9588F-F315-4493-A2D6-A4FC313E2658}" type="datetimeFigureOut">
              <a:rPr lang="LID4096" smtClean="0"/>
              <a:t>10/21/2026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7E870-97EA-8F1E-3291-CF49783B7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7E9A4-FDC4-7E3B-9398-53AFBB41E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CF97B-7A15-44CC-83DF-820C576C5F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9312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1E5F3A8-1E0D-D9B5-51ED-AEC02757DDEB}"/>
              </a:ext>
            </a:extLst>
          </p:cNvPr>
          <p:cNvSpPr/>
          <p:nvPr/>
        </p:nvSpPr>
        <p:spPr>
          <a:xfrm>
            <a:off x="562275" y="1385813"/>
            <a:ext cx="4708308" cy="3977266"/>
          </a:xfrm>
          <a:custGeom>
            <a:avLst/>
            <a:gdLst>
              <a:gd name="csX0" fmla="*/ 0 w 4708308"/>
              <a:gd name="csY0" fmla="*/ 0 h 3977266"/>
              <a:gd name="csX1" fmla="*/ 578449 w 4708308"/>
              <a:gd name="csY1" fmla="*/ 0 h 3977266"/>
              <a:gd name="csX2" fmla="*/ 1345231 w 4708308"/>
              <a:gd name="csY2" fmla="*/ 0 h 3977266"/>
              <a:gd name="csX3" fmla="*/ 2017846 w 4708308"/>
              <a:gd name="csY3" fmla="*/ 0 h 3977266"/>
              <a:gd name="csX4" fmla="*/ 2784628 w 4708308"/>
              <a:gd name="csY4" fmla="*/ 0 h 3977266"/>
              <a:gd name="csX5" fmla="*/ 3410160 w 4708308"/>
              <a:gd name="csY5" fmla="*/ 0 h 3977266"/>
              <a:gd name="csX6" fmla="*/ 4035693 w 4708308"/>
              <a:gd name="csY6" fmla="*/ 0 h 3977266"/>
              <a:gd name="csX7" fmla="*/ 4708308 w 4708308"/>
              <a:gd name="csY7" fmla="*/ 0 h 3977266"/>
              <a:gd name="csX8" fmla="*/ 4708308 w 4708308"/>
              <a:gd name="csY8" fmla="*/ 583332 h 3977266"/>
              <a:gd name="csX9" fmla="*/ 4708308 w 4708308"/>
              <a:gd name="csY9" fmla="*/ 1166665 h 3977266"/>
              <a:gd name="csX10" fmla="*/ 4708308 w 4708308"/>
              <a:gd name="csY10" fmla="*/ 1710224 h 3977266"/>
              <a:gd name="csX11" fmla="*/ 4708308 w 4708308"/>
              <a:gd name="csY11" fmla="*/ 2373102 h 3977266"/>
              <a:gd name="csX12" fmla="*/ 4708308 w 4708308"/>
              <a:gd name="csY12" fmla="*/ 2916662 h 3977266"/>
              <a:gd name="csX13" fmla="*/ 4708308 w 4708308"/>
              <a:gd name="csY13" fmla="*/ 3977266 h 3977266"/>
              <a:gd name="csX14" fmla="*/ 4129859 w 4708308"/>
              <a:gd name="csY14" fmla="*/ 3977266 h 3977266"/>
              <a:gd name="csX15" fmla="*/ 3551409 w 4708308"/>
              <a:gd name="csY15" fmla="*/ 3977266 h 3977266"/>
              <a:gd name="csX16" fmla="*/ 2878794 w 4708308"/>
              <a:gd name="csY16" fmla="*/ 3977266 h 3977266"/>
              <a:gd name="csX17" fmla="*/ 2206179 w 4708308"/>
              <a:gd name="csY17" fmla="*/ 3977266 h 3977266"/>
              <a:gd name="csX18" fmla="*/ 1486480 w 4708308"/>
              <a:gd name="csY18" fmla="*/ 3977266 h 3977266"/>
              <a:gd name="csX19" fmla="*/ 860948 w 4708308"/>
              <a:gd name="csY19" fmla="*/ 3977266 h 3977266"/>
              <a:gd name="csX20" fmla="*/ 0 w 4708308"/>
              <a:gd name="csY20" fmla="*/ 3977266 h 3977266"/>
              <a:gd name="csX21" fmla="*/ 0 w 4708308"/>
              <a:gd name="csY21" fmla="*/ 3433706 h 3977266"/>
              <a:gd name="csX22" fmla="*/ 0 w 4708308"/>
              <a:gd name="csY22" fmla="*/ 2890147 h 3977266"/>
              <a:gd name="csX23" fmla="*/ 0 w 4708308"/>
              <a:gd name="csY23" fmla="*/ 2306814 h 3977266"/>
              <a:gd name="csX24" fmla="*/ 0 w 4708308"/>
              <a:gd name="csY24" fmla="*/ 1763255 h 3977266"/>
              <a:gd name="csX25" fmla="*/ 0 w 4708308"/>
              <a:gd name="csY25" fmla="*/ 1140150 h 3977266"/>
              <a:gd name="csX26" fmla="*/ 0 w 4708308"/>
              <a:gd name="csY26" fmla="*/ 596590 h 3977266"/>
              <a:gd name="csX27" fmla="*/ 0 w 4708308"/>
              <a:gd name="csY27" fmla="*/ 0 h 3977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708308" h="3977266" fill="none" extrusionOk="0">
                <a:moveTo>
                  <a:pt x="0" y="0"/>
                </a:moveTo>
                <a:cubicBezTo>
                  <a:pt x="138374" y="14009"/>
                  <a:pt x="458777" y="-14862"/>
                  <a:pt x="578449" y="0"/>
                </a:cubicBezTo>
                <a:cubicBezTo>
                  <a:pt x="698121" y="14862"/>
                  <a:pt x="1177068" y="33071"/>
                  <a:pt x="1345231" y="0"/>
                </a:cubicBezTo>
                <a:cubicBezTo>
                  <a:pt x="1513394" y="-33071"/>
                  <a:pt x="1822530" y="-560"/>
                  <a:pt x="2017846" y="0"/>
                </a:cubicBezTo>
                <a:cubicBezTo>
                  <a:pt x="2213163" y="560"/>
                  <a:pt x="2468080" y="-10719"/>
                  <a:pt x="2784628" y="0"/>
                </a:cubicBezTo>
                <a:cubicBezTo>
                  <a:pt x="3101176" y="10719"/>
                  <a:pt x="3240997" y="3948"/>
                  <a:pt x="3410160" y="0"/>
                </a:cubicBezTo>
                <a:cubicBezTo>
                  <a:pt x="3579323" y="-3948"/>
                  <a:pt x="3910311" y="-7502"/>
                  <a:pt x="4035693" y="0"/>
                </a:cubicBezTo>
                <a:cubicBezTo>
                  <a:pt x="4161075" y="7502"/>
                  <a:pt x="4518622" y="2340"/>
                  <a:pt x="4708308" y="0"/>
                </a:cubicBezTo>
                <a:cubicBezTo>
                  <a:pt x="4688233" y="201378"/>
                  <a:pt x="4682426" y="373614"/>
                  <a:pt x="4708308" y="583332"/>
                </a:cubicBezTo>
                <a:cubicBezTo>
                  <a:pt x="4734190" y="793050"/>
                  <a:pt x="4725619" y="995505"/>
                  <a:pt x="4708308" y="1166665"/>
                </a:cubicBezTo>
                <a:cubicBezTo>
                  <a:pt x="4690997" y="1337825"/>
                  <a:pt x="4697783" y="1597827"/>
                  <a:pt x="4708308" y="1710224"/>
                </a:cubicBezTo>
                <a:cubicBezTo>
                  <a:pt x="4718833" y="1822621"/>
                  <a:pt x="4694334" y="2127701"/>
                  <a:pt x="4708308" y="2373102"/>
                </a:cubicBezTo>
                <a:cubicBezTo>
                  <a:pt x="4722282" y="2618503"/>
                  <a:pt x="4730087" y="2677076"/>
                  <a:pt x="4708308" y="2916662"/>
                </a:cubicBezTo>
                <a:cubicBezTo>
                  <a:pt x="4686529" y="3156248"/>
                  <a:pt x="4687769" y="3544394"/>
                  <a:pt x="4708308" y="3977266"/>
                </a:cubicBezTo>
                <a:cubicBezTo>
                  <a:pt x="4589782" y="3971327"/>
                  <a:pt x="4257077" y="3962905"/>
                  <a:pt x="4129859" y="3977266"/>
                </a:cubicBezTo>
                <a:cubicBezTo>
                  <a:pt x="4002641" y="3991627"/>
                  <a:pt x="3732059" y="3994632"/>
                  <a:pt x="3551409" y="3977266"/>
                </a:cubicBezTo>
                <a:cubicBezTo>
                  <a:pt x="3370759" y="3959901"/>
                  <a:pt x="3180573" y="3968400"/>
                  <a:pt x="2878794" y="3977266"/>
                </a:cubicBezTo>
                <a:cubicBezTo>
                  <a:pt x="2577016" y="3986132"/>
                  <a:pt x="2491559" y="3967663"/>
                  <a:pt x="2206179" y="3977266"/>
                </a:cubicBezTo>
                <a:cubicBezTo>
                  <a:pt x="1920800" y="3986869"/>
                  <a:pt x="1635526" y="3965189"/>
                  <a:pt x="1486480" y="3977266"/>
                </a:cubicBezTo>
                <a:cubicBezTo>
                  <a:pt x="1337434" y="3989343"/>
                  <a:pt x="1149441" y="3970966"/>
                  <a:pt x="860948" y="3977266"/>
                </a:cubicBezTo>
                <a:cubicBezTo>
                  <a:pt x="572455" y="3983566"/>
                  <a:pt x="255041" y="3937277"/>
                  <a:pt x="0" y="3977266"/>
                </a:cubicBezTo>
                <a:cubicBezTo>
                  <a:pt x="-15095" y="3745061"/>
                  <a:pt x="-15179" y="3654013"/>
                  <a:pt x="0" y="3433706"/>
                </a:cubicBezTo>
                <a:cubicBezTo>
                  <a:pt x="15179" y="3213399"/>
                  <a:pt x="7352" y="3142918"/>
                  <a:pt x="0" y="2890147"/>
                </a:cubicBezTo>
                <a:cubicBezTo>
                  <a:pt x="-7352" y="2637376"/>
                  <a:pt x="19404" y="2552000"/>
                  <a:pt x="0" y="2306814"/>
                </a:cubicBezTo>
                <a:cubicBezTo>
                  <a:pt x="-19404" y="2061628"/>
                  <a:pt x="-21340" y="1993846"/>
                  <a:pt x="0" y="1763255"/>
                </a:cubicBezTo>
                <a:cubicBezTo>
                  <a:pt x="21340" y="1532664"/>
                  <a:pt x="27859" y="1291378"/>
                  <a:pt x="0" y="1140150"/>
                </a:cubicBezTo>
                <a:cubicBezTo>
                  <a:pt x="-27859" y="988922"/>
                  <a:pt x="4268" y="715073"/>
                  <a:pt x="0" y="596590"/>
                </a:cubicBezTo>
                <a:cubicBezTo>
                  <a:pt x="-4268" y="478107"/>
                  <a:pt x="-9089" y="170397"/>
                  <a:pt x="0" y="0"/>
                </a:cubicBezTo>
                <a:close/>
              </a:path>
              <a:path w="4708308" h="3977266" stroke="0" extrusionOk="0">
                <a:moveTo>
                  <a:pt x="0" y="0"/>
                </a:moveTo>
                <a:cubicBezTo>
                  <a:pt x="279790" y="-28652"/>
                  <a:pt x="530234" y="553"/>
                  <a:pt x="672615" y="0"/>
                </a:cubicBezTo>
                <a:cubicBezTo>
                  <a:pt x="814997" y="-553"/>
                  <a:pt x="1277821" y="12862"/>
                  <a:pt x="1439397" y="0"/>
                </a:cubicBezTo>
                <a:cubicBezTo>
                  <a:pt x="1600973" y="-12862"/>
                  <a:pt x="1803474" y="-18816"/>
                  <a:pt x="2017846" y="0"/>
                </a:cubicBezTo>
                <a:cubicBezTo>
                  <a:pt x="2232218" y="18816"/>
                  <a:pt x="2556679" y="-9406"/>
                  <a:pt x="2737545" y="0"/>
                </a:cubicBezTo>
                <a:cubicBezTo>
                  <a:pt x="2918411" y="9406"/>
                  <a:pt x="3226309" y="21967"/>
                  <a:pt x="3410160" y="0"/>
                </a:cubicBezTo>
                <a:cubicBezTo>
                  <a:pt x="3594012" y="-21967"/>
                  <a:pt x="4305130" y="58391"/>
                  <a:pt x="4708308" y="0"/>
                </a:cubicBezTo>
                <a:cubicBezTo>
                  <a:pt x="4696399" y="199550"/>
                  <a:pt x="4683502" y="398784"/>
                  <a:pt x="4708308" y="623105"/>
                </a:cubicBezTo>
                <a:cubicBezTo>
                  <a:pt x="4733114" y="847427"/>
                  <a:pt x="4697853" y="1198304"/>
                  <a:pt x="4708308" y="1365528"/>
                </a:cubicBezTo>
                <a:cubicBezTo>
                  <a:pt x="4718763" y="1532752"/>
                  <a:pt x="4711690" y="1918237"/>
                  <a:pt x="4708308" y="2107951"/>
                </a:cubicBezTo>
                <a:cubicBezTo>
                  <a:pt x="4704926" y="2297665"/>
                  <a:pt x="4722836" y="2452177"/>
                  <a:pt x="4708308" y="2651511"/>
                </a:cubicBezTo>
                <a:cubicBezTo>
                  <a:pt x="4693780" y="2850845"/>
                  <a:pt x="4715548" y="2990039"/>
                  <a:pt x="4708308" y="3195070"/>
                </a:cubicBezTo>
                <a:cubicBezTo>
                  <a:pt x="4701068" y="3400101"/>
                  <a:pt x="4720129" y="3704610"/>
                  <a:pt x="4708308" y="3977266"/>
                </a:cubicBezTo>
                <a:cubicBezTo>
                  <a:pt x="4341616" y="3979807"/>
                  <a:pt x="4258764" y="4004719"/>
                  <a:pt x="3941526" y="3977266"/>
                </a:cubicBezTo>
                <a:cubicBezTo>
                  <a:pt x="3624288" y="3949813"/>
                  <a:pt x="3477832" y="4012716"/>
                  <a:pt x="3174745" y="3977266"/>
                </a:cubicBezTo>
                <a:cubicBezTo>
                  <a:pt x="2871658" y="3941816"/>
                  <a:pt x="2675617" y="3944526"/>
                  <a:pt x="2502129" y="3977266"/>
                </a:cubicBezTo>
                <a:cubicBezTo>
                  <a:pt x="2328641" y="4010006"/>
                  <a:pt x="2208210" y="3999682"/>
                  <a:pt x="1923680" y="3977266"/>
                </a:cubicBezTo>
                <a:cubicBezTo>
                  <a:pt x="1639150" y="3954850"/>
                  <a:pt x="1603050" y="3977874"/>
                  <a:pt x="1345231" y="3977266"/>
                </a:cubicBezTo>
                <a:cubicBezTo>
                  <a:pt x="1087412" y="3976658"/>
                  <a:pt x="1013341" y="3949594"/>
                  <a:pt x="766782" y="3977266"/>
                </a:cubicBezTo>
                <a:cubicBezTo>
                  <a:pt x="520223" y="4004938"/>
                  <a:pt x="281450" y="3975405"/>
                  <a:pt x="0" y="3977266"/>
                </a:cubicBezTo>
                <a:cubicBezTo>
                  <a:pt x="-20630" y="3748352"/>
                  <a:pt x="25" y="3623613"/>
                  <a:pt x="0" y="3314388"/>
                </a:cubicBezTo>
                <a:cubicBezTo>
                  <a:pt x="-25" y="3005163"/>
                  <a:pt x="-9380" y="3001422"/>
                  <a:pt x="0" y="2770829"/>
                </a:cubicBezTo>
                <a:cubicBezTo>
                  <a:pt x="9380" y="2540236"/>
                  <a:pt x="22409" y="2376023"/>
                  <a:pt x="0" y="2187496"/>
                </a:cubicBezTo>
                <a:cubicBezTo>
                  <a:pt x="-22409" y="1998969"/>
                  <a:pt x="7993" y="1759571"/>
                  <a:pt x="0" y="1484846"/>
                </a:cubicBezTo>
                <a:cubicBezTo>
                  <a:pt x="-7993" y="1210121"/>
                  <a:pt x="-5386" y="1173914"/>
                  <a:pt x="0" y="941286"/>
                </a:cubicBezTo>
                <a:cubicBezTo>
                  <a:pt x="5386" y="708658"/>
                  <a:pt x="-43816" y="257719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50000"/>
            </a:schemeClr>
          </a:solidFill>
          <a:ln w="19050">
            <a:extLst>
              <a:ext uri="{C807C97D-BFC1-408E-A445-0C87EB9F89A2}">
                <ask:lineSketchStyleProps xmlns:ask="http://schemas.microsoft.com/office/drawing/2018/sketchyshapes" sd="9411591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5D89ED-3010-10D4-EAAC-D34450DE730B}"/>
              </a:ext>
            </a:extLst>
          </p:cNvPr>
          <p:cNvSpPr txBox="1"/>
          <p:nvPr/>
        </p:nvSpPr>
        <p:spPr>
          <a:xfrm>
            <a:off x="2493730" y="1822855"/>
            <a:ext cx="880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HVAC</a:t>
            </a:r>
            <a:endParaRPr lang="LID4096" b="1" dirty="0">
              <a:latin typeface="Comic Sans MS" panose="030F0702030302020204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240431-F7D0-35DA-2921-808C73621B75}"/>
              </a:ext>
            </a:extLst>
          </p:cNvPr>
          <p:cNvSpPr txBox="1"/>
          <p:nvPr/>
        </p:nvSpPr>
        <p:spPr>
          <a:xfrm>
            <a:off x="921304" y="2192187"/>
            <a:ext cx="40254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B</a:t>
            </a:r>
            <a:r>
              <a:rPr lang="en-US" altLang="zh-CN" dirty="0">
                <a:latin typeface="Comic Sans MS" panose="030F0702030302020204" pitchFamily="66" charset="0"/>
              </a:rPr>
              <a:t>uilding Energy Simulation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Building Energy Audit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Fault and Diagnosis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HVAC System Control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HVAC System Automated Design</a:t>
            </a:r>
            <a:endParaRPr lang="LID4096" dirty="0">
              <a:latin typeface="Comic Sans MS" panose="030F0702030302020204" pitchFamily="66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82EBAD-B0E3-855D-70B6-541C9E81F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2" y="3779028"/>
            <a:ext cx="1330833" cy="9649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4DCD1B-EB1D-73D4-1E1A-F29D805D1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211" y="3813197"/>
            <a:ext cx="1795539" cy="930753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F6B205E3-87A3-D2C3-9B95-7805828ECCA1}"/>
              </a:ext>
            </a:extLst>
          </p:cNvPr>
          <p:cNvSpPr/>
          <p:nvPr/>
        </p:nvSpPr>
        <p:spPr>
          <a:xfrm>
            <a:off x="5673786" y="2788328"/>
            <a:ext cx="1027491" cy="550912"/>
          </a:xfrm>
          <a:custGeom>
            <a:avLst/>
            <a:gdLst>
              <a:gd name="csX0" fmla="*/ 0 w 1027491"/>
              <a:gd name="csY0" fmla="*/ 137728 h 550912"/>
              <a:gd name="csX1" fmla="*/ 360977 w 1027491"/>
              <a:gd name="csY1" fmla="*/ 137728 h 550912"/>
              <a:gd name="csX2" fmla="*/ 752035 w 1027491"/>
              <a:gd name="csY2" fmla="*/ 137728 h 550912"/>
              <a:gd name="csX3" fmla="*/ 752035 w 1027491"/>
              <a:gd name="csY3" fmla="*/ 0 h 550912"/>
              <a:gd name="csX4" fmla="*/ 1027491 w 1027491"/>
              <a:gd name="csY4" fmla="*/ 275456 h 550912"/>
              <a:gd name="csX5" fmla="*/ 752035 w 1027491"/>
              <a:gd name="csY5" fmla="*/ 550912 h 550912"/>
              <a:gd name="csX6" fmla="*/ 752035 w 1027491"/>
              <a:gd name="csY6" fmla="*/ 413184 h 550912"/>
              <a:gd name="csX7" fmla="*/ 398579 w 1027491"/>
              <a:gd name="csY7" fmla="*/ 413184 h 550912"/>
              <a:gd name="csX8" fmla="*/ 0 w 1027491"/>
              <a:gd name="csY8" fmla="*/ 413184 h 550912"/>
              <a:gd name="csX9" fmla="*/ 0 w 1027491"/>
              <a:gd name="csY9" fmla="*/ 137728 h 550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27491" h="550912" fill="none" extrusionOk="0">
                <a:moveTo>
                  <a:pt x="0" y="137728"/>
                </a:moveTo>
                <a:cubicBezTo>
                  <a:pt x="166183" y="141738"/>
                  <a:pt x="198357" y="136215"/>
                  <a:pt x="360977" y="137728"/>
                </a:cubicBezTo>
                <a:cubicBezTo>
                  <a:pt x="523597" y="139241"/>
                  <a:pt x="658048" y="147555"/>
                  <a:pt x="752035" y="137728"/>
                </a:cubicBezTo>
                <a:cubicBezTo>
                  <a:pt x="748534" y="109170"/>
                  <a:pt x="746374" y="39465"/>
                  <a:pt x="752035" y="0"/>
                </a:cubicBezTo>
                <a:cubicBezTo>
                  <a:pt x="859229" y="127501"/>
                  <a:pt x="903735" y="173317"/>
                  <a:pt x="1027491" y="275456"/>
                </a:cubicBezTo>
                <a:cubicBezTo>
                  <a:pt x="945721" y="358349"/>
                  <a:pt x="828635" y="477866"/>
                  <a:pt x="752035" y="550912"/>
                </a:cubicBezTo>
                <a:cubicBezTo>
                  <a:pt x="751561" y="483808"/>
                  <a:pt x="745809" y="456626"/>
                  <a:pt x="752035" y="413184"/>
                </a:cubicBezTo>
                <a:cubicBezTo>
                  <a:pt x="644431" y="400316"/>
                  <a:pt x="565108" y="414770"/>
                  <a:pt x="398579" y="413184"/>
                </a:cubicBezTo>
                <a:cubicBezTo>
                  <a:pt x="232050" y="411598"/>
                  <a:pt x="122015" y="423984"/>
                  <a:pt x="0" y="413184"/>
                </a:cubicBezTo>
                <a:cubicBezTo>
                  <a:pt x="4368" y="283119"/>
                  <a:pt x="-5711" y="256362"/>
                  <a:pt x="0" y="137728"/>
                </a:cubicBezTo>
                <a:close/>
              </a:path>
              <a:path w="1027491" h="550912" stroke="0" extrusionOk="0">
                <a:moveTo>
                  <a:pt x="0" y="137728"/>
                </a:moveTo>
                <a:cubicBezTo>
                  <a:pt x="182479" y="135154"/>
                  <a:pt x="274805" y="136284"/>
                  <a:pt x="383538" y="137728"/>
                </a:cubicBezTo>
                <a:cubicBezTo>
                  <a:pt x="492271" y="139172"/>
                  <a:pt x="671132" y="121138"/>
                  <a:pt x="752035" y="137728"/>
                </a:cubicBezTo>
                <a:cubicBezTo>
                  <a:pt x="749708" y="96720"/>
                  <a:pt x="750507" y="28203"/>
                  <a:pt x="752035" y="0"/>
                </a:cubicBezTo>
                <a:cubicBezTo>
                  <a:pt x="885539" y="119482"/>
                  <a:pt x="936462" y="162209"/>
                  <a:pt x="1027491" y="275456"/>
                </a:cubicBezTo>
                <a:cubicBezTo>
                  <a:pt x="941087" y="379298"/>
                  <a:pt x="820530" y="474102"/>
                  <a:pt x="752035" y="550912"/>
                </a:cubicBezTo>
                <a:cubicBezTo>
                  <a:pt x="748909" y="497020"/>
                  <a:pt x="751403" y="456273"/>
                  <a:pt x="752035" y="413184"/>
                </a:cubicBezTo>
                <a:cubicBezTo>
                  <a:pt x="650752" y="405702"/>
                  <a:pt x="454246" y="423671"/>
                  <a:pt x="360977" y="413184"/>
                </a:cubicBezTo>
                <a:cubicBezTo>
                  <a:pt x="267708" y="402697"/>
                  <a:pt x="115054" y="407648"/>
                  <a:pt x="0" y="413184"/>
                </a:cubicBezTo>
                <a:cubicBezTo>
                  <a:pt x="1304" y="343215"/>
                  <a:pt x="-2290" y="199278"/>
                  <a:pt x="0" y="137728"/>
                </a:cubicBezTo>
                <a:close/>
              </a:path>
            </a:pathLst>
          </a:custGeom>
          <a:solidFill>
            <a:schemeClr val="bg1"/>
          </a:solidFill>
          <a:ln w="28575">
            <a:extLst>
              <a:ext uri="{C807C97D-BFC1-408E-A445-0C87EB9F89A2}">
                <ask:lineSketchStyleProps xmlns:ask="http://schemas.microsoft.com/office/drawing/2018/sketchyshapes" sd="1363887920">
                  <a:prstGeom prst="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B0C61A1-7366-3CE7-2138-958EBF3B7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012" y="3813197"/>
            <a:ext cx="1256186" cy="104758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F7732E4-8142-A995-CDFE-3E23825808FF}"/>
              </a:ext>
            </a:extLst>
          </p:cNvPr>
          <p:cNvSpPr/>
          <p:nvPr/>
        </p:nvSpPr>
        <p:spPr>
          <a:xfrm>
            <a:off x="6971384" y="1385812"/>
            <a:ext cx="4708308" cy="3977266"/>
          </a:xfrm>
          <a:custGeom>
            <a:avLst/>
            <a:gdLst>
              <a:gd name="csX0" fmla="*/ 0 w 4708308"/>
              <a:gd name="csY0" fmla="*/ 0 h 3977266"/>
              <a:gd name="csX1" fmla="*/ 578449 w 4708308"/>
              <a:gd name="csY1" fmla="*/ 0 h 3977266"/>
              <a:gd name="csX2" fmla="*/ 1345231 w 4708308"/>
              <a:gd name="csY2" fmla="*/ 0 h 3977266"/>
              <a:gd name="csX3" fmla="*/ 2017846 w 4708308"/>
              <a:gd name="csY3" fmla="*/ 0 h 3977266"/>
              <a:gd name="csX4" fmla="*/ 2784628 w 4708308"/>
              <a:gd name="csY4" fmla="*/ 0 h 3977266"/>
              <a:gd name="csX5" fmla="*/ 3410160 w 4708308"/>
              <a:gd name="csY5" fmla="*/ 0 h 3977266"/>
              <a:gd name="csX6" fmla="*/ 4035693 w 4708308"/>
              <a:gd name="csY6" fmla="*/ 0 h 3977266"/>
              <a:gd name="csX7" fmla="*/ 4708308 w 4708308"/>
              <a:gd name="csY7" fmla="*/ 0 h 3977266"/>
              <a:gd name="csX8" fmla="*/ 4708308 w 4708308"/>
              <a:gd name="csY8" fmla="*/ 583332 h 3977266"/>
              <a:gd name="csX9" fmla="*/ 4708308 w 4708308"/>
              <a:gd name="csY9" fmla="*/ 1166665 h 3977266"/>
              <a:gd name="csX10" fmla="*/ 4708308 w 4708308"/>
              <a:gd name="csY10" fmla="*/ 1710224 h 3977266"/>
              <a:gd name="csX11" fmla="*/ 4708308 w 4708308"/>
              <a:gd name="csY11" fmla="*/ 2373102 h 3977266"/>
              <a:gd name="csX12" fmla="*/ 4708308 w 4708308"/>
              <a:gd name="csY12" fmla="*/ 2916662 h 3977266"/>
              <a:gd name="csX13" fmla="*/ 4708308 w 4708308"/>
              <a:gd name="csY13" fmla="*/ 3977266 h 3977266"/>
              <a:gd name="csX14" fmla="*/ 4129859 w 4708308"/>
              <a:gd name="csY14" fmla="*/ 3977266 h 3977266"/>
              <a:gd name="csX15" fmla="*/ 3551409 w 4708308"/>
              <a:gd name="csY15" fmla="*/ 3977266 h 3977266"/>
              <a:gd name="csX16" fmla="*/ 2878794 w 4708308"/>
              <a:gd name="csY16" fmla="*/ 3977266 h 3977266"/>
              <a:gd name="csX17" fmla="*/ 2206179 w 4708308"/>
              <a:gd name="csY17" fmla="*/ 3977266 h 3977266"/>
              <a:gd name="csX18" fmla="*/ 1486480 w 4708308"/>
              <a:gd name="csY18" fmla="*/ 3977266 h 3977266"/>
              <a:gd name="csX19" fmla="*/ 860948 w 4708308"/>
              <a:gd name="csY19" fmla="*/ 3977266 h 3977266"/>
              <a:gd name="csX20" fmla="*/ 0 w 4708308"/>
              <a:gd name="csY20" fmla="*/ 3977266 h 3977266"/>
              <a:gd name="csX21" fmla="*/ 0 w 4708308"/>
              <a:gd name="csY21" fmla="*/ 3433706 h 3977266"/>
              <a:gd name="csX22" fmla="*/ 0 w 4708308"/>
              <a:gd name="csY22" fmla="*/ 2890147 h 3977266"/>
              <a:gd name="csX23" fmla="*/ 0 w 4708308"/>
              <a:gd name="csY23" fmla="*/ 2306814 h 3977266"/>
              <a:gd name="csX24" fmla="*/ 0 w 4708308"/>
              <a:gd name="csY24" fmla="*/ 1763255 h 3977266"/>
              <a:gd name="csX25" fmla="*/ 0 w 4708308"/>
              <a:gd name="csY25" fmla="*/ 1140150 h 3977266"/>
              <a:gd name="csX26" fmla="*/ 0 w 4708308"/>
              <a:gd name="csY26" fmla="*/ 596590 h 3977266"/>
              <a:gd name="csX27" fmla="*/ 0 w 4708308"/>
              <a:gd name="csY27" fmla="*/ 0 h 3977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4708308" h="3977266" fill="none" extrusionOk="0">
                <a:moveTo>
                  <a:pt x="0" y="0"/>
                </a:moveTo>
                <a:cubicBezTo>
                  <a:pt x="138374" y="14009"/>
                  <a:pt x="458777" y="-14862"/>
                  <a:pt x="578449" y="0"/>
                </a:cubicBezTo>
                <a:cubicBezTo>
                  <a:pt x="698121" y="14862"/>
                  <a:pt x="1177068" y="33071"/>
                  <a:pt x="1345231" y="0"/>
                </a:cubicBezTo>
                <a:cubicBezTo>
                  <a:pt x="1513394" y="-33071"/>
                  <a:pt x="1822530" y="-560"/>
                  <a:pt x="2017846" y="0"/>
                </a:cubicBezTo>
                <a:cubicBezTo>
                  <a:pt x="2213163" y="560"/>
                  <a:pt x="2468080" y="-10719"/>
                  <a:pt x="2784628" y="0"/>
                </a:cubicBezTo>
                <a:cubicBezTo>
                  <a:pt x="3101176" y="10719"/>
                  <a:pt x="3240997" y="3948"/>
                  <a:pt x="3410160" y="0"/>
                </a:cubicBezTo>
                <a:cubicBezTo>
                  <a:pt x="3579323" y="-3948"/>
                  <a:pt x="3910311" y="-7502"/>
                  <a:pt x="4035693" y="0"/>
                </a:cubicBezTo>
                <a:cubicBezTo>
                  <a:pt x="4161075" y="7502"/>
                  <a:pt x="4518622" y="2340"/>
                  <a:pt x="4708308" y="0"/>
                </a:cubicBezTo>
                <a:cubicBezTo>
                  <a:pt x="4688233" y="201378"/>
                  <a:pt x="4682426" y="373614"/>
                  <a:pt x="4708308" y="583332"/>
                </a:cubicBezTo>
                <a:cubicBezTo>
                  <a:pt x="4734190" y="793050"/>
                  <a:pt x="4725619" y="995505"/>
                  <a:pt x="4708308" y="1166665"/>
                </a:cubicBezTo>
                <a:cubicBezTo>
                  <a:pt x="4690997" y="1337825"/>
                  <a:pt x="4697783" y="1597827"/>
                  <a:pt x="4708308" y="1710224"/>
                </a:cubicBezTo>
                <a:cubicBezTo>
                  <a:pt x="4718833" y="1822621"/>
                  <a:pt x="4694334" y="2127701"/>
                  <a:pt x="4708308" y="2373102"/>
                </a:cubicBezTo>
                <a:cubicBezTo>
                  <a:pt x="4722282" y="2618503"/>
                  <a:pt x="4730087" y="2677076"/>
                  <a:pt x="4708308" y="2916662"/>
                </a:cubicBezTo>
                <a:cubicBezTo>
                  <a:pt x="4686529" y="3156248"/>
                  <a:pt x="4687769" y="3544394"/>
                  <a:pt x="4708308" y="3977266"/>
                </a:cubicBezTo>
                <a:cubicBezTo>
                  <a:pt x="4589782" y="3971327"/>
                  <a:pt x="4257077" y="3962905"/>
                  <a:pt x="4129859" y="3977266"/>
                </a:cubicBezTo>
                <a:cubicBezTo>
                  <a:pt x="4002641" y="3991627"/>
                  <a:pt x="3732059" y="3994632"/>
                  <a:pt x="3551409" y="3977266"/>
                </a:cubicBezTo>
                <a:cubicBezTo>
                  <a:pt x="3370759" y="3959901"/>
                  <a:pt x="3180573" y="3968400"/>
                  <a:pt x="2878794" y="3977266"/>
                </a:cubicBezTo>
                <a:cubicBezTo>
                  <a:pt x="2577016" y="3986132"/>
                  <a:pt x="2491559" y="3967663"/>
                  <a:pt x="2206179" y="3977266"/>
                </a:cubicBezTo>
                <a:cubicBezTo>
                  <a:pt x="1920800" y="3986869"/>
                  <a:pt x="1635526" y="3965189"/>
                  <a:pt x="1486480" y="3977266"/>
                </a:cubicBezTo>
                <a:cubicBezTo>
                  <a:pt x="1337434" y="3989343"/>
                  <a:pt x="1149441" y="3970966"/>
                  <a:pt x="860948" y="3977266"/>
                </a:cubicBezTo>
                <a:cubicBezTo>
                  <a:pt x="572455" y="3983566"/>
                  <a:pt x="255041" y="3937277"/>
                  <a:pt x="0" y="3977266"/>
                </a:cubicBezTo>
                <a:cubicBezTo>
                  <a:pt x="-15095" y="3745061"/>
                  <a:pt x="-15179" y="3654013"/>
                  <a:pt x="0" y="3433706"/>
                </a:cubicBezTo>
                <a:cubicBezTo>
                  <a:pt x="15179" y="3213399"/>
                  <a:pt x="7352" y="3142918"/>
                  <a:pt x="0" y="2890147"/>
                </a:cubicBezTo>
                <a:cubicBezTo>
                  <a:pt x="-7352" y="2637376"/>
                  <a:pt x="19404" y="2552000"/>
                  <a:pt x="0" y="2306814"/>
                </a:cubicBezTo>
                <a:cubicBezTo>
                  <a:pt x="-19404" y="2061628"/>
                  <a:pt x="-21340" y="1993846"/>
                  <a:pt x="0" y="1763255"/>
                </a:cubicBezTo>
                <a:cubicBezTo>
                  <a:pt x="21340" y="1532664"/>
                  <a:pt x="27859" y="1291378"/>
                  <a:pt x="0" y="1140150"/>
                </a:cubicBezTo>
                <a:cubicBezTo>
                  <a:pt x="-27859" y="988922"/>
                  <a:pt x="4268" y="715073"/>
                  <a:pt x="0" y="596590"/>
                </a:cubicBezTo>
                <a:cubicBezTo>
                  <a:pt x="-4268" y="478107"/>
                  <a:pt x="-9089" y="170397"/>
                  <a:pt x="0" y="0"/>
                </a:cubicBezTo>
                <a:close/>
              </a:path>
              <a:path w="4708308" h="3977266" stroke="0" extrusionOk="0">
                <a:moveTo>
                  <a:pt x="0" y="0"/>
                </a:moveTo>
                <a:cubicBezTo>
                  <a:pt x="279790" y="-28652"/>
                  <a:pt x="530234" y="553"/>
                  <a:pt x="672615" y="0"/>
                </a:cubicBezTo>
                <a:cubicBezTo>
                  <a:pt x="814997" y="-553"/>
                  <a:pt x="1277821" y="12862"/>
                  <a:pt x="1439397" y="0"/>
                </a:cubicBezTo>
                <a:cubicBezTo>
                  <a:pt x="1600973" y="-12862"/>
                  <a:pt x="1803474" y="-18816"/>
                  <a:pt x="2017846" y="0"/>
                </a:cubicBezTo>
                <a:cubicBezTo>
                  <a:pt x="2232218" y="18816"/>
                  <a:pt x="2556679" y="-9406"/>
                  <a:pt x="2737545" y="0"/>
                </a:cubicBezTo>
                <a:cubicBezTo>
                  <a:pt x="2918411" y="9406"/>
                  <a:pt x="3226309" y="21967"/>
                  <a:pt x="3410160" y="0"/>
                </a:cubicBezTo>
                <a:cubicBezTo>
                  <a:pt x="3594012" y="-21967"/>
                  <a:pt x="4305130" y="58391"/>
                  <a:pt x="4708308" y="0"/>
                </a:cubicBezTo>
                <a:cubicBezTo>
                  <a:pt x="4696399" y="199550"/>
                  <a:pt x="4683502" y="398784"/>
                  <a:pt x="4708308" y="623105"/>
                </a:cubicBezTo>
                <a:cubicBezTo>
                  <a:pt x="4733114" y="847427"/>
                  <a:pt x="4697853" y="1198304"/>
                  <a:pt x="4708308" y="1365528"/>
                </a:cubicBezTo>
                <a:cubicBezTo>
                  <a:pt x="4718763" y="1532752"/>
                  <a:pt x="4711690" y="1918237"/>
                  <a:pt x="4708308" y="2107951"/>
                </a:cubicBezTo>
                <a:cubicBezTo>
                  <a:pt x="4704926" y="2297665"/>
                  <a:pt x="4722836" y="2452177"/>
                  <a:pt x="4708308" y="2651511"/>
                </a:cubicBezTo>
                <a:cubicBezTo>
                  <a:pt x="4693780" y="2850845"/>
                  <a:pt x="4715548" y="2990039"/>
                  <a:pt x="4708308" y="3195070"/>
                </a:cubicBezTo>
                <a:cubicBezTo>
                  <a:pt x="4701068" y="3400101"/>
                  <a:pt x="4720129" y="3704610"/>
                  <a:pt x="4708308" y="3977266"/>
                </a:cubicBezTo>
                <a:cubicBezTo>
                  <a:pt x="4341616" y="3979807"/>
                  <a:pt x="4258764" y="4004719"/>
                  <a:pt x="3941526" y="3977266"/>
                </a:cubicBezTo>
                <a:cubicBezTo>
                  <a:pt x="3624288" y="3949813"/>
                  <a:pt x="3477832" y="4012716"/>
                  <a:pt x="3174745" y="3977266"/>
                </a:cubicBezTo>
                <a:cubicBezTo>
                  <a:pt x="2871658" y="3941816"/>
                  <a:pt x="2675617" y="3944526"/>
                  <a:pt x="2502129" y="3977266"/>
                </a:cubicBezTo>
                <a:cubicBezTo>
                  <a:pt x="2328641" y="4010006"/>
                  <a:pt x="2208210" y="3999682"/>
                  <a:pt x="1923680" y="3977266"/>
                </a:cubicBezTo>
                <a:cubicBezTo>
                  <a:pt x="1639150" y="3954850"/>
                  <a:pt x="1603050" y="3977874"/>
                  <a:pt x="1345231" y="3977266"/>
                </a:cubicBezTo>
                <a:cubicBezTo>
                  <a:pt x="1087412" y="3976658"/>
                  <a:pt x="1013341" y="3949594"/>
                  <a:pt x="766782" y="3977266"/>
                </a:cubicBezTo>
                <a:cubicBezTo>
                  <a:pt x="520223" y="4004938"/>
                  <a:pt x="281450" y="3975405"/>
                  <a:pt x="0" y="3977266"/>
                </a:cubicBezTo>
                <a:cubicBezTo>
                  <a:pt x="-20630" y="3748352"/>
                  <a:pt x="25" y="3623613"/>
                  <a:pt x="0" y="3314388"/>
                </a:cubicBezTo>
                <a:cubicBezTo>
                  <a:pt x="-25" y="3005163"/>
                  <a:pt x="-9380" y="3001422"/>
                  <a:pt x="0" y="2770829"/>
                </a:cubicBezTo>
                <a:cubicBezTo>
                  <a:pt x="9380" y="2540236"/>
                  <a:pt x="22409" y="2376023"/>
                  <a:pt x="0" y="2187496"/>
                </a:cubicBezTo>
                <a:cubicBezTo>
                  <a:pt x="-22409" y="1998969"/>
                  <a:pt x="7993" y="1759571"/>
                  <a:pt x="0" y="1484846"/>
                </a:cubicBezTo>
                <a:cubicBezTo>
                  <a:pt x="-7993" y="1210121"/>
                  <a:pt x="-5386" y="1173914"/>
                  <a:pt x="0" y="941286"/>
                </a:cubicBezTo>
                <a:cubicBezTo>
                  <a:pt x="5386" y="708658"/>
                  <a:pt x="-43816" y="257719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9050">
            <a:extLst>
              <a:ext uri="{C807C97D-BFC1-408E-A445-0C87EB9F89A2}">
                <ask:lineSketchStyleProps xmlns:ask="http://schemas.microsoft.com/office/drawing/2018/sketchyshapes" sd="9411591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DB3AB0-B127-2510-8B96-DE11DE57F9D6}"/>
              </a:ext>
            </a:extLst>
          </p:cNvPr>
          <p:cNvSpPr txBox="1"/>
          <p:nvPr/>
        </p:nvSpPr>
        <p:spPr>
          <a:xfrm>
            <a:off x="8456312" y="1652182"/>
            <a:ext cx="17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Color Imaging</a:t>
            </a:r>
            <a:endParaRPr lang="LID4096" b="1" dirty="0">
              <a:latin typeface="Comic Sans MS" panose="030F0702030302020204" pitchFamily="66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0694159-AF69-3F35-F9EF-152ECBC5D72D}"/>
              </a:ext>
            </a:extLst>
          </p:cNvPr>
          <p:cNvSpPr txBox="1"/>
          <p:nvPr/>
        </p:nvSpPr>
        <p:spPr>
          <a:xfrm>
            <a:off x="7374587" y="2021514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Computational Color Constancy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Cross-Camera Color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Tone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Multi-Spectral Singal Responses</a:t>
            </a:r>
          </a:p>
        </p:txBody>
      </p:sp>
      <p:pic>
        <p:nvPicPr>
          <p:cNvPr id="20" name="图片 19" descr="图片预览">
            <a:extLst>
              <a:ext uri="{FF2B5EF4-FFF2-40B4-BE49-F238E27FC236}">
                <a16:creationId xmlns:a16="http://schemas.microsoft.com/office/drawing/2014/main" id="{84B7523F-1106-C9CE-CE2E-0A33AEAD9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537" y="3428696"/>
            <a:ext cx="1068403" cy="924169"/>
          </a:xfrm>
          <a:prstGeom prst="rect">
            <a:avLst/>
          </a:prstGeom>
        </p:spPr>
      </p:pic>
      <p:pic>
        <p:nvPicPr>
          <p:cNvPr id="21" name="图片 20" descr="图片预览">
            <a:extLst>
              <a:ext uri="{FF2B5EF4-FFF2-40B4-BE49-F238E27FC236}">
                <a16:creationId xmlns:a16="http://schemas.microsoft.com/office/drawing/2014/main" id="{1CA7F223-8293-4D16-BD28-271BD602B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452" y="4537255"/>
            <a:ext cx="752499" cy="911951"/>
          </a:xfrm>
          <a:prstGeom prst="rect">
            <a:avLst/>
          </a:prstGeom>
        </p:spPr>
      </p:pic>
      <p:pic>
        <p:nvPicPr>
          <p:cNvPr id="22" name="图片 21" descr="图片预览">
            <a:extLst>
              <a:ext uri="{FF2B5EF4-FFF2-40B4-BE49-F238E27FC236}">
                <a16:creationId xmlns:a16="http://schemas.microsoft.com/office/drawing/2014/main" id="{4280A3B8-7B47-C0EE-CFFE-A79C92341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3428" y="1385812"/>
            <a:ext cx="1315110" cy="712153"/>
          </a:xfrm>
          <a:prstGeom prst="rect">
            <a:avLst/>
          </a:prstGeom>
        </p:spPr>
      </p:pic>
      <p:pic>
        <p:nvPicPr>
          <p:cNvPr id="23" name="图片 22" descr="图片预览">
            <a:extLst>
              <a:ext uri="{FF2B5EF4-FFF2-40B4-BE49-F238E27FC236}">
                <a16:creationId xmlns:a16="http://schemas.microsoft.com/office/drawing/2014/main" id="{42EDD233-EE80-863B-78AA-464C90AC75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180" y="2076176"/>
            <a:ext cx="1805119" cy="712154"/>
          </a:xfrm>
          <a:prstGeom prst="rect">
            <a:avLst/>
          </a:prstGeom>
        </p:spPr>
      </p:pic>
      <p:pic>
        <p:nvPicPr>
          <p:cNvPr id="24" name="图片 23" descr="图片预览">
            <a:extLst>
              <a:ext uri="{FF2B5EF4-FFF2-40B4-BE49-F238E27FC236}">
                <a16:creationId xmlns:a16="http://schemas.microsoft.com/office/drawing/2014/main" id="{6920ADD7-5DD8-FD61-A259-245EA3BAA6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504" y="3255304"/>
            <a:ext cx="1696089" cy="180386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C66D04B-78A6-5CED-D7CB-F92EC704E6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2990" y="3295975"/>
            <a:ext cx="2339613" cy="18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05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30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Carry HE</dc:creator>
  <cp:lastModifiedBy>Carry HE</cp:lastModifiedBy>
  <cp:revision>1</cp:revision>
  <dcterms:created xsi:type="dcterms:W3CDTF">2026-10-21T05:33:09Z</dcterms:created>
  <dcterms:modified xsi:type="dcterms:W3CDTF">2026-10-21T06:51:45Z</dcterms:modified>
</cp:coreProperties>
</file>